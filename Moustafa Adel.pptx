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Canva Sans Bold" panose="020B0604020202020204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749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5" Type="http://schemas.openxmlformats.org/officeDocument/2006/relationships/image" Target="../media/image14.jpe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30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2000" y="-155420"/>
            <a:ext cx="18493791" cy="10287000"/>
          </a:xfrm>
          <a:custGeom>
            <a:avLst/>
            <a:gdLst/>
            <a:ahLst/>
            <a:cxnLst/>
            <a:rect l="l" t="t" r="r" b="b"/>
            <a:pathLst>
              <a:path w="18493791" h="10287000">
                <a:moveTo>
                  <a:pt x="0" y="0"/>
                </a:moveTo>
                <a:lnTo>
                  <a:pt x="18493790" y="0"/>
                </a:lnTo>
                <a:lnTo>
                  <a:pt x="1849379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t="-6585" r="-2023" b="-50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334312" y="6354946"/>
            <a:ext cx="6503612" cy="5430516"/>
          </a:xfrm>
          <a:custGeom>
            <a:avLst/>
            <a:gdLst/>
            <a:ahLst/>
            <a:cxnLst/>
            <a:rect l="l" t="t" r="r" b="b"/>
            <a:pathLst>
              <a:path w="6503612" h="5430516">
                <a:moveTo>
                  <a:pt x="0" y="0"/>
                </a:moveTo>
                <a:lnTo>
                  <a:pt x="6503611" y="0"/>
                </a:lnTo>
                <a:lnTo>
                  <a:pt x="6503611" y="5430515"/>
                </a:lnTo>
                <a:lnTo>
                  <a:pt x="0" y="54305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9504096">
            <a:off x="-1739866" y="8923844"/>
            <a:ext cx="4057044" cy="3103638"/>
          </a:xfrm>
          <a:custGeom>
            <a:avLst/>
            <a:gdLst/>
            <a:ahLst/>
            <a:cxnLst/>
            <a:rect l="l" t="t" r="r" b="b"/>
            <a:pathLst>
              <a:path w="4057044" h="3103638">
                <a:moveTo>
                  <a:pt x="0" y="0"/>
                </a:moveTo>
                <a:lnTo>
                  <a:pt x="4057043" y="0"/>
                </a:lnTo>
                <a:lnTo>
                  <a:pt x="4057043" y="3103638"/>
                </a:lnTo>
                <a:lnTo>
                  <a:pt x="0" y="31036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770231" y="-714573"/>
            <a:ext cx="3540147" cy="3697282"/>
          </a:xfrm>
          <a:custGeom>
            <a:avLst/>
            <a:gdLst/>
            <a:ahLst/>
            <a:cxnLst/>
            <a:rect l="l" t="t" r="r" b="b"/>
            <a:pathLst>
              <a:path w="3540147" h="3697282">
                <a:moveTo>
                  <a:pt x="0" y="0"/>
                </a:moveTo>
                <a:lnTo>
                  <a:pt x="3540147" y="0"/>
                </a:lnTo>
                <a:lnTo>
                  <a:pt x="3540147" y="3697282"/>
                </a:lnTo>
                <a:lnTo>
                  <a:pt x="0" y="36972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4686674" y="2250715"/>
            <a:ext cx="2379580" cy="2413499"/>
            <a:chOff x="0" y="0"/>
            <a:chExt cx="11582400" cy="11747500"/>
          </a:xfrm>
        </p:grpSpPr>
        <p:sp>
          <p:nvSpPr>
            <p:cNvPr id="7" name="Freeform 7"/>
            <p:cNvSpPr/>
            <p:nvPr/>
          </p:nvSpPr>
          <p:spPr>
            <a:xfrm>
              <a:off x="123136" y="244952"/>
              <a:ext cx="11306283" cy="11266943"/>
            </a:xfrm>
            <a:custGeom>
              <a:avLst/>
              <a:gdLst/>
              <a:ahLst/>
              <a:cxnLst/>
              <a:rect l="l" t="t" r="r" b="b"/>
              <a:pathLst>
                <a:path w="11306283" h="1126694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6"/>
              <a:stretch>
                <a:fillRect l="-127034" t="-51283" r="-35687" b="-4644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1575567" cy="11745316"/>
            </a:xfrm>
            <a:custGeom>
              <a:avLst/>
              <a:gdLst/>
              <a:ahLst/>
              <a:cxnLst/>
              <a:rect l="l" t="t" r="r" b="b"/>
              <a:pathLst>
                <a:path w="11575567" h="11745316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7"/>
              <a:stretch>
                <a:fillRect l="-272" r="-27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0602950" y="6230410"/>
            <a:ext cx="2379580" cy="2413499"/>
            <a:chOff x="0" y="0"/>
            <a:chExt cx="11582400" cy="11747500"/>
          </a:xfrm>
        </p:grpSpPr>
        <p:sp>
          <p:nvSpPr>
            <p:cNvPr id="10" name="Freeform 10"/>
            <p:cNvSpPr/>
            <p:nvPr/>
          </p:nvSpPr>
          <p:spPr>
            <a:xfrm>
              <a:off x="123136" y="244952"/>
              <a:ext cx="11306283" cy="11266943"/>
            </a:xfrm>
            <a:custGeom>
              <a:avLst/>
              <a:gdLst/>
              <a:ahLst/>
              <a:cxnLst/>
              <a:rect l="l" t="t" r="r" b="b"/>
              <a:pathLst>
                <a:path w="11306283" h="1126694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8"/>
              <a:stretch>
                <a:fillRect l="-3437" t="-3045" r="-6161" b="-4377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11575567" cy="11745316"/>
            </a:xfrm>
            <a:custGeom>
              <a:avLst/>
              <a:gdLst/>
              <a:ahLst/>
              <a:cxnLst/>
              <a:rect l="l" t="t" r="r" b="b"/>
              <a:pathLst>
                <a:path w="11575567" h="11745316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7"/>
              <a:stretch>
                <a:fillRect l="-272" r="-27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874809" y="6230410"/>
            <a:ext cx="2379580" cy="2413499"/>
            <a:chOff x="0" y="0"/>
            <a:chExt cx="11582400" cy="11747500"/>
          </a:xfrm>
        </p:grpSpPr>
        <p:sp>
          <p:nvSpPr>
            <p:cNvPr id="13" name="Freeform 13"/>
            <p:cNvSpPr/>
            <p:nvPr/>
          </p:nvSpPr>
          <p:spPr>
            <a:xfrm>
              <a:off x="123136" y="244952"/>
              <a:ext cx="11306283" cy="11266943"/>
            </a:xfrm>
            <a:custGeom>
              <a:avLst/>
              <a:gdLst/>
              <a:ahLst/>
              <a:cxnLst/>
              <a:rect l="l" t="t" r="r" b="b"/>
              <a:pathLst>
                <a:path w="11306283" h="1126694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9"/>
              <a:stretch>
                <a:fillRect l="-36578" t="-100493" r="-47658" b="-4631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11575567" cy="11745316"/>
            </a:xfrm>
            <a:custGeom>
              <a:avLst/>
              <a:gdLst/>
              <a:ahLst/>
              <a:cxnLst/>
              <a:rect l="l" t="t" r="r" b="b"/>
              <a:pathLst>
                <a:path w="11575567" h="11745316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7"/>
              <a:stretch>
                <a:fillRect l="-272" r="-27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3706794" y="6230410"/>
            <a:ext cx="2379580" cy="2413499"/>
            <a:chOff x="0" y="0"/>
            <a:chExt cx="11582400" cy="11747500"/>
          </a:xfrm>
        </p:grpSpPr>
        <p:sp>
          <p:nvSpPr>
            <p:cNvPr id="16" name="Freeform 16"/>
            <p:cNvSpPr/>
            <p:nvPr/>
          </p:nvSpPr>
          <p:spPr>
            <a:xfrm>
              <a:off x="123136" y="244952"/>
              <a:ext cx="11306283" cy="11266943"/>
            </a:xfrm>
            <a:custGeom>
              <a:avLst/>
              <a:gdLst/>
              <a:ahLst/>
              <a:cxnLst/>
              <a:rect l="l" t="t" r="r" b="b"/>
              <a:pathLst>
                <a:path w="11306283" h="1126694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10"/>
              <a:stretch>
                <a:fillRect l="-9353" r="-11844" b="-2162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11575567" cy="11745316"/>
            </a:xfrm>
            <a:custGeom>
              <a:avLst/>
              <a:gdLst/>
              <a:ahLst/>
              <a:cxnLst/>
              <a:rect l="l" t="t" r="r" b="b"/>
              <a:pathLst>
                <a:path w="11575567" h="11745316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7"/>
              <a:stretch>
                <a:fillRect l="-272" r="-27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7499953" y="6230410"/>
            <a:ext cx="2379580" cy="2413499"/>
            <a:chOff x="0" y="0"/>
            <a:chExt cx="11582400" cy="11747500"/>
          </a:xfrm>
        </p:grpSpPr>
        <p:sp>
          <p:nvSpPr>
            <p:cNvPr id="19" name="Freeform 19"/>
            <p:cNvSpPr/>
            <p:nvPr/>
          </p:nvSpPr>
          <p:spPr>
            <a:xfrm>
              <a:off x="123136" y="244952"/>
              <a:ext cx="11306283" cy="11266943"/>
            </a:xfrm>
            <a:custGeom>
              <a:avLst/>
              <a:gdLst/>
              <a:ahLst/>
              <a:cxnLst/>
              <a:rect l="l" t="t" r="r" b="b"/>
              <a:pathLst>
                <a:path w="11306283" h="1126694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11"/>
              <a:stretch>
                <a:fillRect l="-27515" t="-56258" r="-9353" b="-2709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11575567" cy="11745316"/>
            </a:xfrm>
            <a:custGeom>
              <a:avLst/>
              <a:gdLst/>
              <a:ahLst/>
              <a:cxnLst/>
              <a:rect l="l" t="t" r="r" b="b"/>
              <a:pathLst>
                <a:path w="11575567" h="11745316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7"/>
              <a:stretch>
                <a:fillRect l="-272" r="-27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4687381" y="6230410"/>
            <a:ext cx="2379580" cy="2413499"/>
            <a:chOff x="0" y="0"/>
            <a:chExt cx="11582400" cy="11747500"/>
          </a:xfrm>
        </p:grpSpPr>
        <p:sp>
          <p:nvSpPr>
            <p:cNvPr id="22" name="Freeform 22"/>
            <p:cNvSpPr/>
            <p:nvPr/>
          </p:nvSpPr>
          <p:spPr>
            <a:xfrm>
              <a:off x="123136" y="244952"/>
              <a:ext cx="11306283" cy="11266943"/>
            </a:xfrm>
            <a:custGeom>
              <a:avLst/>
              <a:gdLst/>
              <a:ahLst/>
              <a:cxnLst/>
              <a:rect l="l" t="t" r="r" b="b"/>
              <a:pathLst>
                <a:path w="11306283" h="1126694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12"/>
              <a:stretch>
                <a:fillRect l="-16443" t="-37962" r="-13343" b="-3590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0"/>
              <a:ext cx="11575567" cy="11745316"/>
            </a:xfrm>
            <a:custGeom>
              <a:avLst/>
              <a:gdLst/>
              <a:ahLst/>
              <a:cxnLst/>
              <a:rect l="l" t="t" r="r" b="b"/>
              <a:pathLst>
                <a:path w="11575567" h="11745316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7"/>
              <a:stretch>
                <a:fillRect l="-272" r="-27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1874809" y="2250715"/>
            <a:ext cx="2379580" cy="2413499"/>
            <a:chOff x="0" y="0"/>
            <a:chExt cx="11582400" cy="11747500"/>
          </a:xfrm>
        </p:grpSpPr>
        <p:sp>
          <p:nvSpPr>
            <p:cNvPr id="25" name="Freeform 25"/>
            <p:cNvSpPr/>
            <p:nvPr/>
          </p:nvSpPr>
          <p:spPr>
            <a:xfrm>
              <a:off x="123136" y="244952"/>
              <a:ext cx="11306283" cy="11266943"/>
            </a:xfrm>
            <a:custGeom>
              <a:avLst/>
              <a:gdLst/>
              <a:ahLst/>
              <a:cxnLst/>
              <a:rect l="l" t="t" r="r" b="b"/>
              <a:pathLst>
                <a:path w="11306283" h="1126694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13"/>
              <a:stretch>
                <a:fillRect l="223" t="-58128" r="223" b="-1968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11575567" cy="11745316"/>
            </a:xfrm>
            <a:custGeom>
              <a:avLst/>
              <a:gdLst/>
              <a:ahLst/>
              <a:cxnLst/>
              <a:rect l="l" t="t" r="r" b="b"/>
              <a:pathLst>
                <a:path w="11575567" h="11745316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7"/>
              <a:stretch>
                <a:fillRect l="-272" r="-27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7499953" y="2250715"/>
            <a:ext cx="2379580" cy="2413499"/>
            <a:chOff x="0" y="0"/>
            <a:chExt cx="11582400" cy="11747500"/>
          </a:xfrm>
        </p:grpSpPr>
        <p:sp>
          <p:nvSpPr>
            <p:cNvPr id="28" name="Freeform 28"/>
            <p:cNvSpPr/>
            <p:nvPr/>
          </p:nvSpPr>
          <p:spPr>
            <a:xfrm>
              <a:off x="123136" y="244952"/>
              <a:ext cx="11306283" cy="11266943"/>
            </a:xfrm>
            <a:custGeom>
              <a:avLst/>
              <a:gdLst/>
              <a:ahLst/>
              <a:cxnLst/>
              <a:rect l="l" t="t" r="r" b="b"/>
              <a:pathLst>
                <a:path w="11306283" h="1126694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14"/>
              <a:stretch>
                <a:fillRect l="223" t="-16681" r="223" b="-1668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0"/>
              <a:ext cx="11575567" cy="11745316"/>
            </a:xfrm>
            <a:custGeom>
              <a:avLst/>
              <a:gdLst/>
              <a:ahLst/>
              <a:cxnLst/>
              <a:rect l="l" t="t" r="r" b="b"/>
              <a:pathLst>
                <a:path w="11575567" h="11745316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7"/>
              <a:stretch>
                <a:fillRect l="-272" r="-27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>
            <a:grpSpLocks noChangeAspect="1"/>
          </p:cNvGrpSpPr>
          <p:nvPr/>
        </p:nvGrpSpPr>
        <p:grpSpPr>
          <a:xfrm>
            <a:off x="10602950" y="2250715"/>
            <a:ext cx="2379580" cy="2413499"/>
            <a:chOff x="0" y="0"/>
            <a:chExt cx="11582400" cy="11747500"/>
          </a:xfrm>
        </p:grpSpPr>
        <p:sp>
          <p:nvSpPr>
            <p:cNvPr id="31" name="Freeform 31"/>
            <p:cNvSpPr/>
            <p:nvPr/>
          </p:nvSpPr>
          <p:spPr>
            <a:xfrm>
              <a:off x="123136" y="244952"/>
              <a:ext cx="11306283" cy="11266943"/>
            </a:xfrm>
            <a:custGeom>
              <a:avLst/>
              <a:gdLst/>
              <a:ahLst/>
              <a:cxnLst/>
              <a:rect l="l" t="t" r="r" b="b"/>
              <a:pathLst>
                <a:path w="11306283" h="1126694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15"/>
              <a:stretch>
                <a:fillRect l="223" t="-18087" r="223" b="-5973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0" y="0"/>
              <a:ext cx="11575567" cy="11745316"/>
            </a:xfrm>
            <a:custGeom>
              <a:avLst/>
              <a:gdLst/>
              <a:ahLst/>
              <a:cxnLst/>
              <a:rect l="l" t="t" r="r" b="b"/>
              <a:pathLst>
                <a:path w="11575567" h="11745316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7"/>
              <a:stretch>
                <a:fillRect l="-272" r="-27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>
            <a:grpSpLocks noChangeAspect="1"/>
          </p:cNvGrpSpPr>
          <p:nvPr/>
        </p:nvGrpSpPr>
        <p:grpSpPr>
          <a:xfrm>
            <a:off x="13706794" y="2250715"/>
            <a:ext cx="2379580" cy="2413499"/>
            <a:chOff x="0" y="0"/>
            <a:chExt cx="11582400" cy="11747500"/>
          </a:xfrm>
        </p:grpSpPr>
        <p:sp>
          <p:nvSpPr>
            <p:cNvPr id="34" name="Freeform 34"/>
            <p:cNvSpPr/>
            <p:nvPr/>
          </p:nvSpPr>
          <p:spPr>
            <a:xfrm>
              <a:off x="123136" y="244952"/>
              <a:ext cx="11306283" cy="11266943"/>
            </a:xfrm>
            <a:custGeom>
              <a:avLst/>
              <a:gdLst/>
              <a:ahLst/>
              <a:cxnLst/>
              <a:rect l="l" t="t" r="r" b="b"/>
              <a:pathLst>
                <a:path w="11306283" h="11266943">
                  <a:moveTo>
                    <a:pt x="5653142" y="56"/>
                  </a:moveTo>
                  <a:cubicBezTo>
                    <a:pt x="3636485" y="-8971"/>
                    <a:pt x="1769147" y="1062773"/>
                    <a:pt x="758206" y="2809466"/>
                  </a:cubicBezTo>
                  <a:cubicBezTo>
                    <a:pt x="-252735" y="4556159"/>
                    <a:pt x="-252735" y="6710783"/>
                    <a:pt x="758206" y="8457477"/>
                  </a:cubicBezTo>
                  <a:cubicBezTo>
                    <a:pt x="1769147" y="10204170"/>
                    <a:pt x="3636485" y="11275914"/>
                    <a:pt x="5653142" y="11266886"/>
                  </a:cubicBezTo>
                  <a:cubicBezTo>
                    <a:pt x="7669798" y="11275914"/>
                    <a:pt x="9537136" y="10204170"/>
                    <a:pt x="10548077" y="8457477"/>
                  </a:cubicBezTo>
                  <a:cubicBezTo>
                    <a:pt x="11559018" y="6710783"/>
                    <a:pt x="11559018" y="4556159"/>
                    <a:pt x="10548077" y="2809466"/>
                  </a:cubicBezTo>
                  <a:cubicBezTo>
                    <a:pt x="9537136" y="1062773"/>
                    <a:pt x="7669798" y="-8971"/>
                    <a:pt x="5653142" y="56"/>
                  </a:cubicBezTo>
                  <a:close/>
                </a:path>
              </a:pathLst>
            </a:custGeom>
            <a:blipFill>
              <a:blip r:embed="rId16"/>
              <a:stretch>
                <a:fillRect l="223" t="-16681" r="223" b="-1668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0" y="0"/>
              <a:ext cx="11575567" cy="11745316"/>
            </a:xfrm>
            <a:custGeom>
              <a:avLst/>
              <a:gdLst/>
              <a:ahLst/>
              <a:cxnLst/>
              <a:rect l="l" t="t" r="r" b="b"/>
              <a:pathLst>
                <a:path w="11575567" h="11745316">
                  <a:moveTo>
                    <a:pt x="0" y="0"/>
                  </a:moveTo>
                  <a:lnTo>
                    <a:pt x="11575567" y="0"/>
                  </a:lnTo>
                  <a:lnTo>
                    <a:pt x="11575567" y="11745316"/>
                  </a:lnTo>
                  <a:lnTo>
                    <a:pt x="0" y="11745316"/>
                  </a:lnTo>
                  <a:close/>
                </a:path>
              </a:pathLst>
            </a:custGeom>
            <a:blipFill>
              <a:blip r:embed="rId7"/>
              <a:stretch>
                <a:fillRect l="-272" r="-27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Freeform 36"/>
          <p:cNvSpPr/>
          <p:nvPr/>
        </p:nvSpPr>
        <p:spPr>
          <a:xfrm>
            <a:off x="2362929" y="5311778"/>
            <a:ext cx="1564622" cy="201979"/>
          </a:xfrm>
          <a:custGeom>
            <a:avLst/>
            <a:gdLst/>
            <a:ahLst/>
            <a:cxnLst/>
            <a:rect l="l" t="t" r="r" b="b"/>
            <a:pathLst>
              <a:path w="1564622" h="201979">
                <a:moveTo>
                  <a:pt x="0" y="0"/>
                </a:moveTo>
                <a:lnTo>
                  <a:pt x="1564622" y="0"/>
                </a:lnTo>
                <a:lnTo>
                  <a:pt x="1564622" y="201978"/>
                </a:lnTo>
                <a:lnTo>
                  <a:pt x="0" y="2019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TextBox 37"/>
          <p:cNvSpPr txBox="1"/>
          <p:nvPr/>
        </p:nvSpPr>
        <p:spPr>
          <a:xfrm>
            <a:off x="5309086" y="5634087"/>
            <a:ext cx="1349689" cy="4184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62"/>
              </a:lnSpc>
            </a:pPr>
            <a:r>
              <a:rPr lang="en-US" sz="2472" b="1" dirty="0">
                <a:solidFill>
                  <a:srgbClr val="CB6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Mentor</a:t>
            </a:r>
          </a:p>
        </p:txBody>
      </p:sp>
      <p:sp>
        <p:nvSpPr>
          <p:cNvPr id="38" name="Freeform 38"/>
          <p:cNvSpPr/>
          <p:nvPr/>
        </p:nvSpPr>
        <p:spPr>
          <a:xfrm>
            <a:off x="5094153" y="5275558"/>
            <a:ext cx="1564622" cy="201979"/>
          </a:xfrm>
          <a:custGeom>
            <a:avLst/>
            <a:gdLst/>
            <a:ahLst/>
            <a:cxnLst/>
            <a:rect l="l" t="t" r="r" b="b"/>
            <a:pathLst>
              <a:path w="1564622" h="201979">
                <a:moveTo>
                  <a:pt x="0" y="0"/>
                </a:moveTo>
                <a:lnTo>
                  <a:pt x="1564622" y="0"/>
                </a:lnTo>
                <a:lnTo>
                  <a:pt x="1564622" y="201978"/>
                </a:lnTo>
                <a:lnTo>
                  <a:pt x="0" y="2019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TextBox 39"/>
          <p:cNvSpPr txBox="1"/>
          <p:nvPr/>
        </p:nvSpPr>
        <p:spPr>
          <a:xfrm>
            <a:off x="4767315" y="4861265"/>
            <a:ext cx="2378176" cy="4183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58"/>
              </a:lnSpc>
            </a:pPr>
            <a:r>
              <a:rPr lang="en-US" sz="247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Moustafa Adel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772951" y="4861265"/>
            <a:ext cx="1994867" cy="414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8"/>
              </a:lnSpc>
            </a:pPr>
            <a:r>
              <a:rPr lang="en-US" sz="247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Eman Yasser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474414" y="4861265"/>
            <a:ext cx="2859897" cy="4183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58"/>
              </a:lnSpc>
            </a:pPr>
            <a:r>
              <a:rPr lang="en-US" sz="247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Asmaa Mohamed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610473" y="4861265"/>
            <a:ext cx="2572222" cy="414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8"/>
              </a:lnSpc>
            </a:pPr>
            <a:r>
              <a:rPr lang="en-US" sz="247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Mariam Nashaat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073169" y="4861265"/>
            <a:ext cx="2498832" cy="4183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58"/>
              </a:lnSpc>
            </a:pPr>
            <a:r>
              <a:rPr lang="en-US" sz="247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Tasneem Hani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125879" y="8844007"/>
            <a:ext cx="1877438" cy="414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8"/>
              </a:lnSpc>
            </a:pPr>
            <a:r>
              <a:rPr lang="en-US" sz="247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Nour Alsaed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826340" y="8844007"/>
            <a:ext cx="2100247" cy="414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8"/>
              </a:lnSpc>
            </a:pPr>
            <a:r>
              <a:rPr lang="en-US" sz="247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Farha Ahmed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528527" y="8844007"/>
            <a:ext cx="2322433" cy="414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8"/>
              </a:lnSpc>
            </a:pPr>
            <a:r>
              <a:rPr lang="en-US" sz="247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Doha Ramadan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676302" y="8844007"/>
            <a:ext cx="2394157" cy="414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8"/>
              </a:lnSpc>
            </a:pPr>
            <a:r>
              <a:rPr lang="en-US" sz="247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Ahmed Hossam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495392" y="8844007"/>
            <a:ext cx="2802384" cy="414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8"/>
              </a:lnSpc>
            </a:pPr>
            <a:r>
              <a:rPr lang="en-US" sz="247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Youssef Mohamed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825299" y="5642126"/>
            <a:ext cx="2746702" cy="3605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44"/>
              </a:lnSpc>
            </a:pPr>
            <a:r>
              <a:rPr lang="en-US" sz="2174" b="1" dirty="0">
                <a:solidFill>
                  <a:srgbClr val="CB6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Coordinator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572001" y="265071"/>
            <a:ext cx="9296400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L.O.R.E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31</Words>
  <Application>Microsoft Office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Canva Sans Bold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Moustafa Adel</dc:title>
  <cp:lastModifiedBy>MusTaFa Adel AboRamadan</cp:lastModifiedBy>
  <cp:revision>3</cp:revision>
  <dcterms:created xsi:type="dcterms:W3CDTF">2006-08-16T00:00:00Z</dcterms:created>
  <dcterms:modified xsi:type="dcterms:W3CDTF">2026-05-22T15:42:41Z</dcterms:modified>
  <dc:identifier>DAHJZyAgvDk</dc:identifier>
</cp:coreProperties>
</file>